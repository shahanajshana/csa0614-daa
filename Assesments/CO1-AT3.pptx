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6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https://image.slidesharecdn.com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Theorem Application For Logarithmic Combine Cost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6995160" y="4191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SHAHANAJ. C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192372292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1"/>
              <p:cNvSpPr/>
              <p:nvPr/>
            </p:nvSpPr>
            <p:spPr>
              <a:xfrm>
                <a:off x="457200" y="1143000"/>
                <a:ext cx="7981950" cy="32004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given recurrence relation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 that the problem is divided into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equal subproblems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each of size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n/2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solving these subproblems, the algorithm performs an additional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amount of work.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objective is to identify the Master Theorem parameters, determine which case applies, and find the overall time complexity.</a:t>
                </a:r>
              </a:p>
            </p:txBody>
          </p:sp>
        </mc:Choice>
        <mc:Fallback xmlns=""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3000"/>
                <a:ext cx="7981950" cy="3200400"/>
              </a:xfrm>
              <a:prstGeom prst="rect">
                <a:avLst/>
              </a:prstGeom>
              <a:blipFill>
                <a:blip r:embed="rId3"/>
                <a:stretch>
                  <a:fillRect l="-306" t="-57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1"/>
              <p:cNvSpPr/>
              <p:nvPr/>
            </p:nvSpPr>
            <p:spPr>
              <a:xfrm>
                <a:off x="457200" y="1142999"/>
                <a:ext cx="8322733" cy="3623733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Master Theorem is used to solve recurrence relations of the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𝑎𝑇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compare our recurrence with this standard form.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our problem: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because there are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recursive calls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because each recursive call receives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half of the input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f(n) = 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because the extra work after recursion is logarithmic. 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Next, we calculate: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Substituting the values: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we compare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2999"/>
                <a:ext cx="8322733" cy="3623733"/>
              </a:xfrm>
              <a:prstGeom prst="rect">
                <a:avLst/>
              </a:prstGeom>
              <a:blipFill>
                <a:blip r:embed="rId3"/>
                <a:stretch>
                  <a:fillRect l="-366" t="-336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or Pseudocode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759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follows these steps: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appropriate Master Theorem case.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final complexity.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systematic approach helps us solve any divide-and-conquer recurrence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Example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1"/>
              <p:cNvSpPr/>
              <p:nvPr/>
            </p:nvSpPr>
            <p:spPr>
              <a:xfrm>
                <a:off x="389467" y="649484"/>
                <a:ext cx="8297333" cy="4494015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IN" sz="1600" dirty="0"/>
                  <a:t>Let's understand this using an example where </a:t>
                </a:r>
                <a:r>
                  <a:rPr lang="en-IN" sz="1600" b="1" dirty="0"/>
                  <a:t>n = 8</a:t>
                </a:r>
                <a:r>
                  <a:rPr lang="en-IN" sz="1600" dirty="0"/>
                  <a:t>.</a:t>
                </a:r>
              </a:p>
              <a:p>
                <a:r>
                  <a:rPr lang="en-IN" sz="1600" dirty="0"/>
                  <a:t>Initially,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Now expand </a:t>
                </a:r>
                <a:r>
                  <a:rPr lang="en-IN" sz="1600" b="1" dirty="0"/>
                  <a:t>T(4)</a:t>
                </a:r>
                <a:r>
                  <a:rPr lang="en-IN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Substitute it back: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Now expand </a:t>
                </a:r>
                <a:r>
                  <a:rPr lang="en-IN" sz="1600" b="1" dirty="0"/>
                  <a:t>T(2)</a:t>
                </a:r>
                <a:r>
                  <a:rPr lang="en-IN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Finally,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+4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IN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</m:oMath>
                  </m:oMathPara>
                </a14:m>
                <a:endParaRPr lang="en-IN" sz="1600" dirty="0"/>
              </a:p>
              <a:p>
                <a:r>
                  <a:rPr lang="en-IN" sz="1600" dirty="0"/>
                  <a:t>If we assume </a:t>
                </a:r>
                <a:r>
                  <a:rPr lang="en-IN" sz="1600" b="1" dirty="0"/>
                  <a:t>T(1)=1</a:t>
                </a:r>
                <a:r>
                  <a:rPr lang="en-IN" sz="1600" dirty="0"/>
                  <a:t>, then:</a:t>
                </a:r>
              </a:p>
              <a:p>
                <a:r>
                  <a:rPr lang="en-IN" sz="1600" dirty="0"/>
                  <a:t>log₂2 = 1 </a:t>
                </a:r>
              </a:p>
              <a:p>
                <a:r>
                  <a:rPr lang="en-IN" sz="1600" dirty="0"/>
                  <a:t>log₂4 = 2 </a:t>
                </a:r>
              </a:p>
              <a:p>
                <a:r>
                  <a:rPr lang="en-IN" sz="1600" dirty="0"/>
                  <a:t>log₂8 = 3 </a:t>
                </a:r>
              </a:p>
              <a:p>
                <a:r>
                  <a:rPr lang="en-IN" sz="1600" dirty="0"/>
                  <a:t>So,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=8+4+4+3=19</m:t>
                      </m:r>
                    </m:oMath>
                  </m:oMathPara>
                </a14:m>
                <a:endParaRPr lang="en-IN" sz="1600" dirty="0"/>
              </a:p>
              <a:p>
                <a:endParaRPr lang="en-IN" sz="1600" dirty="0"/>
              </a:p>
            </p:txBody>
          </p:sp>
        </mc:Choice>
        <mc:Fallback xmlns=""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7" y="649484"/>
                <a:ext cx="8297333" cy="4494015"/>
              </a:xfrm>
              <a:prstGeom prst="rect">
                <a:avLst/>
              </a:prstGeom>
              <a:blipFill>
                <a:blip r:embed="rId3"/>
                <a:stretch>
                  <a:fillRect l="-441" t="-407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AD01471-7D4A-1F3E-52CA-260D363584A5}"/>
              </a:ext>
            </a:extLst>
          </p:cNvPr>
          <p:cNvSpPr txBox="1"/>
          <p:nvPr/>
        </p:nvSpPr>
        <p:spPr>
          <a:xfrm rot="10800000" flipH="1" flipV="1">
            <a:off x="4122421" y="2196583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the recurrence T(n) = 2T(n/2) + O(log n), identify a = 2, b = 2, and f(n) = O(log n).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n^{log_b a} which equals n^{log_2 2} = n^1 = 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f(n) with n^{log_b a} to determine the case of the theorem.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</a:t>
            </a: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57200" y="1422400"/>
            <a:ext cx="8432800" cy="292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Since f(n) = O(log n), which grows more slowly than n^{log_b a} = n, it falls under Case 1 of the Master Theorem.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1 states that if f(n) = O(n^{log_b a - ε}) for some ε &gt; 0, then T(n) = Θ(n^{log_b a}).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Therefore, T(n) = Θ(n).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051560"/>
            <a:ext cx="783166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Recurrence relations like this are common in divide-and-conquer algorithms.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analysis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algorithms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searching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performance analysis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 Theorem helps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algorithms quickly.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1"/>
              <p:cNvSpPr/>
              <p:nvPr/>
            </p:nvSpPr>
            <p:spPr>
              <a:xfrm>
                <a:off x="457200" y="1051560"/>
                <a:ext cx="8229600" cy="32004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recursion continues until the input size becomes 1.</a:t>
                </a: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recursion depth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 though each level performs only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extra work, the total work done by all recursive calls dominates.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overall running time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the algorithm is efficient because its running time increases linearly as the input grows.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51560"/>
                <a:ext cx="8229600" cy="3200400"/>
              </a:xfrm>
              <a:prstGeom prst="rect">
                <a:avLst/>
              </a:prstGeom>
              <a:blipFill>
                <a:blip r:embed="rId3"/>
                <a:stretch>
                  <a:fillRect l="-370" t="-57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07594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log 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Case 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Time Complexity: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Algorithms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Horowitz &amp; Sahni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22140-4938-EE28-5461-118A160B66C7}"/>
              </a:ext>
            </a:extLst>
          </p:cNvPr>
          <p:cNvSpPr txBox="1"/>
          <p:nvPr/>
        </p:nvSpPr>
        <p:spPr>
          <a:xfrm>
            <a:off x="388620" y="543282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E70CE7-B46A-F3D4-1050-50B12FF08646}"/>
              </a:ext>
            </a:extLst>
          </p:cNvPr>
          <p:cNvSpPr txBox="1"/>
          <p:nvPr/>
        </p:nvSpPr>
        <p:spPr>
          <a:xfrm>
            <a:off x="792480" y="1786920"/>
            <a:ext cx="7909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4035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788</Words>
  <Application>Microsoft Office PowerPoint</Application>
  <PresentationFormat>On-screen Show (16:9)</PresentationFormat>
  <Paragraphs>119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Theorem Application For Logarithmic Combine Cost Consider The Recurrence Relation T(n) = 2T(n</dc:title>
  <dc:subject>Master Theorem Application For Logarithmic Combine Cost Consider The Recurrence Relation T(n) = 2T(n</dc:subject>
  <dc:creator>SlideMake.com</dc:creator>
  <cp:lastModifiedBy>cheruvu shahanaj</cp:lastModifiedBy>
  <cp:revision>3</cp:revision>
  <dcterms:created xsi:type="dcterms:W3CDTF">2026-07-20T02:42:10Z</dcterms:created>
  <dcterms:modified xsi:type="dcterms:W3CDTF">2026-07-27T04:00:34Z</dcterms:modified>
</cp:coreProperties>
</file>